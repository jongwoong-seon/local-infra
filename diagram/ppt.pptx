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3"/>
    <p:restoredTop sz="94689"/>
  </p:normalViewPr>
  <p:slideViewPr>
    <p:cSldViewPr snapToGrid="0">
      <p:cViewPr varScale="1">
        <p:scale>
          <a:sx n="147" d="100"/>
          <a:sy n="14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FDD21-20F1-9166-8FE7-FE04DC9D3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5E5218-DE82-CF8E-19FA-E4CD61281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BBC859-B1DA-DC6E-C1A5-A07F669D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5236F-7A83-9F1C-C2C0-23B06A5A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4C87E5-F4C8-06DD-8683-3E49EFF2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0378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C1035-44DE-C20D-371D-250F24E78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FA889-B099-9B68-1CDE-EE04024E9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5FCA6-7B0B-97FA-DBD9-479AB0AC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35A023-1B91-FC82-7EC6-63D3D8AD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012EC1-35F6-175A-0E68-71C0C895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7808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EEE22-743C-8786-DDBE-C391D708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14952F-CECE-2C22-E82B-A57401E3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1F593B-4843-B675-FA3F-6DF937B9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DD7A0-908A-6076-5C3C-BA8F9CC7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00D89-5F38-894C-0126-1DC281DF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25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31BA7-24E8-7D79-B2D0-1E76CCF60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01778-FD68-B4FA-3200-721EEFF4C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AEECFD-7ED5-B66A-B819-A73F51975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1AC9D9-D540-497C-C3D7-9BA90C21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3DB536-4AAA-18F0-5E49-D6D647D7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38028-2E91-2EA6-B6E2-729DC6703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848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13AD6-0A2D-C1EE-B031-6501DDF6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26DCE-7E6A-B5FF-FF19-98E38B54F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525DE-76F1-DF8E-0BCB-62F9CFAB1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5021E8-16F6-08AD-31FA-20D091879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9EC8D8-CD3B-9ED2-BBB9-D4D69E9DE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EF2523-9032-6B80-CDD8-C9E6D2A0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AE89BF-08D2-F459-FDC8-ED82816B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1C484A-FEF8-0CA8-2EEB-82A7A715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2738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98903-C81E-8DAC-1EBD-96CFBEBE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081C5A-710C-87EF-A596-B1829E43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DCF94-B279-BDBB-D041-BA63965D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99FF68-D82F-8F14-794A-CAD049C9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2458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F5864F-56C5-AAC6-78B2-C7ACF686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E30F26-9929-20EC-9190-7F739C47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ADCAD-8EE7-A3C3-78D4-34231736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6430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F1272-7B00-92C5-C4E9-C7A65E2A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99CF6-A3FC-94F6-2854-F4B66AFF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C6067-9697-124F-6390-9F033E034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2C2ACA-FF28-C863-310B-9709561D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9C9522-EC86-C157-CA3C-E4C0DDF3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8DE69D-85C8-8A55-5AC0-6834102D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630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64FF0-0FA3-0D61-694B-A21C9F81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C11414-D4CC-3791-3436-81CD74BAA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EAFFE-74D3-7384-A79D-A082DE7EF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D00E99-93C2-3876-8536-420F2ABC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D4303F-9E0F-4183-486D-615B3C1C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BC51B-AF7F-F044-74A2-EA108587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367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9CCDA-0C71-CD07-C0A5-FC35CEB6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9A239C-46BA-1884-01DA-9C83FA7F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500300-44A5-A0A1-250B-8770FAD1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CFAED8-071A-7B67-C610-5E750BA3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117A45-95B0-4EC6-3889-7CA1F631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365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88A32A-8FF9-72EA-3F96-7A4164D05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6C5D63-28A4-20BC-47D0-655BE1B5A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B35896-74DD-9888-27CF-A326978E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87F9E-4841-61F6-A341-D5773E6D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F79CB-CB0D-3721-F9FF-8C6EED4E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1633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EC2BAF-9F54-18EB-0ED6-8947F6E8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78D844-53EB-14C9-8B7F-82DB87875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DF7DD-6DBA-B801-B495-A590A9F90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88951-7767-824C-93B0-B62A210EBC0D}" type="datetimeFigureOut">
              <a:rPr kumimoji="1" lang="ko-Kore-KR" altLang="en-US" smtClean="0"/>
              <a:t>2025. 5. 11.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6725BD-8CDE-6CA3-2C1D-A5EC78C5A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11412-4C47-D597-A7BE-4F6BCF25D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BA6AC-2410-704E-B4A3-5108935E8C7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9537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EDDB6E-8A38-39D0-1667-3E388FCA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21" y="200661"/>
            <a:ext cx="11436819" cy="657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8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56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선종웅(Dominic)</dc:creator>
  <cp:lastModifiedBy>선종웅(Dominic)</cp:lastModifiedBy>
  <cp:revision>3</cp:revision>
  <dcterms:created xsi:type="dcterms:W3CDTF">2025-05-11T10:32:24Z</dcterms:created>
  <dcterms:modified xsi:type="dcterms:W3CDTF">2025-05-11T10:33:58Z</dcterms:modified>
</cp:coreProperties>
</file>